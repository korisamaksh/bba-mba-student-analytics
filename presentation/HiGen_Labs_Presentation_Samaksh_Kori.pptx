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BBA/MBA Student Data Analytics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423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HiGen Labs — Data Analytics Assessment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Samaksh Kori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Computer Science, Hansraj College, University of Delhi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Data Collection Method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0F4F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17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7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BBA/MBA student data from public sources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standardize the dataset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exploratory analysis &amp; visualize trends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insights and employability recommendations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BF0E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417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Method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7960" y="196596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 Google Search Scraper queried for public LinkedIn profiles (BBA/MBA students, India)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API/credit limits hit mid-collection → only a partial set of live leads returned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synthetic records generated to reach analysis-ready volume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Disclosed openly in the written report (see Limitations)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0F4F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08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7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Records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0F4FA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508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337560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7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0F4FA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08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64.4%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26480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7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Students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1540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0F4FA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1508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35.6%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915400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7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 Students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collected: Student Name, College/University, Degree, Specialization, Graduation Year, Location, Skills, Certifications, Internship Experience, LinkedIn Profile URL.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steps: removed duplicates (LinkedIn URL key), dropped rows missing name/college, standardized college names &amp; skill vocabulary, filled non-critical blanks with sensible defaults.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Skills &amp; Specializations</a:t>
            </a:r>
            <a:endParaRPr lang="en-US" sz="2400" dirty="0"/>
          </a:p>
        </p:txBody>
      </p:sp>
      <p:pic>
        <p:nvPicPr>
          <p:cNvPr id="3" name="Image 0" descr="/mnt/user-data/uploads/chart1_skil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5577840" cy="4297680"/>
          </a:xfrm>
          <a:prstGeom prst="rect">
            <a:avLst/>
          </a:prstGeom>
        </p:spPr>
      </p:pic>
      <p:pic>
        <p:nvPicPr>
          <p:cNvPr id="4" name="Image 1" descr="/mnt/user-data/uploads/chart2_specializa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960120"/>
            <a:ext cx="54864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&amp; Graduation Year Trend</a:t>
            </a:r>
            <a:endParaRPr lang="en-US" sz="2400" dirty="0"/>
          </a:p>
        </p:txBody>
      </p:sp>
      <p:pic>
        <p:nvPicPr>
          <p:cNvPr id="3" name="Image 0" descr="/mnt/user-data/uploads/chart3_cit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914400"/>
            <a:ext cx="4937760" cy="4389120"/>
          </a:xfrm>
          <a:prstGeom prst="rect">
            <a:avLst/>
          </a:prstGeom>
        </p:spPr>
      </p:pic>
      <p:pic>
        <p:nvPicPr>
          <p:cNvPr id="4" name="Image 1" descr="/mnt/user-data/uploads/chart4_gradyea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35040" y="1280160"/>
            <a:ext cx="55778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29346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44168"/>
            <a:ext cx="102412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&amp; Strategy and Financial Modeling are the leading skills; SQL/Python/Tableau form a smaller, even analytics base.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59152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29346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102412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Marketing are the most broadly popular specializations; Consulting and Business Analytics skew almost entirely MBA.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43814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29346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502152"/>
            <a:ext cx="102412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 spread fairly evenly across Mumbai, Pune, Bengaluru, Delhi NCR &amp; Chennai — no single dominant hub.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51713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29346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581144"/>
            <a:ext cx="102412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&amp; certification activity is near-universal in this dataset — a baseline expectation, not a differentiator.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Employability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2F7DA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 on one analytics tool (SQL, Python or Tableau) instead of staying surface-level across many.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2F7DA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BBA students into Business Analytics &amp; Operations — currently MBA-dominated specializations.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2F7DA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20040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internship quality (brand, duration, ownership) since having an internship is now standard.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02920" cy="502920"/>
          </a:xfrm>
          <a:prstGeom prst="ellipse">
            <a:avLst/>
          </a:prstGeom>
          <a:solidFill>
            <a:srgbClr val="2F7DA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11480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relevant, recognized certification aligned to target specialization rather than several generic ones.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dataset includes synthetic fill-records due to API limits hit during live scraping — see report for full disclosure.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HiGen Labs Data Analytics Assessment</dc:title>
  <dc:subject>PptxGenJS Presentation</dc:subject>
  <dc:creator>Samaksh Kori</dc:creator>
  <cp:lastModifiedBy>Samaksh Kori</cp:lastModifiedBy>
  <cp:revision>1</cp:revision>
  <dcterms:created xsi:type="dcterms:W3CDTF">2026-06-25T18:43:03Z</dcterms:created>
  <dcterms:modified xsi:type="dcterms:W3CDTF">2026-06-25T18:43:03Z</dcterms:modified>
</cp:coreProperties>
</file>